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31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62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6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3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20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62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48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05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33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45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04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28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405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27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14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683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51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0AF22BB-4A7F-43A6-B8AA-4D58129A44A4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C3CD14-2AEF-4B0D-AA2B-3300346D62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1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F541-CDE8-BE10-5DB6-45FA3CF06B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Broadway" panose="04040905080B02020502" pitchFamily="82" charset="0"/>
              </a:rPr>
              <a:t>Disaster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A347D-4E3B-C3BA-62B2-788F080D9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endParaRPr lang="en-IN" b="1" dirty="0">
              <a:latin typeface="Bookman Old Style" panose="02050604050505020204" pitchFamily="18" charset="0"/>
            </a:endParaRPr>
          </a:p>
          <a:p>
            <a:r>
              <a:rPr lang="en-IN" sz="6800" b="1" i="1" dirty="0">
                <a:latin typeface="Bookman Old Style" panose="02050604050505020204" pitchFamily="18" charset="0"/>
              </a:rPr>
              <a:t>Relief Distribution Graph CRUD</a:t>
            </a:r>
          </a:p>
          <a:p>
            <a:endParaRPr lang="en-IN" sz="2800" b="1" i="1" dirty="0">
              <a:latin typeface="Bookman Old Style" panose="02050604050505020204" pitchFamily="18" charset="0"/>
            </a:endParaRPr>
          </a:p>
          <a:p>
            <a:r>
              <a:rPr lang="en-IN" sz="4300" b="1" i="1" dirty="0">
                <a:latin typeface="Arial Narrow" panose="020B0606020202030204" pitchFamily="34" charset="0"/>
              </a:rPr>
              <a:t>S. Mohitha</a:t>
            </a:r>
          </a:p>
          <a:p>
            <a:r>
              <a:rPr lang="en-IN" sz="4300" b="1" i="1" dirty="0">
                <a:latin typeface="Arial Narrow" panose="020B0606020202030204" pitchFamily="34" charset="0"/>
              </a:rPr>
              <a:t>T. Geethika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D4656A3-C4A3-3586-EE96-A63CA32DF9EE}"/>
              </a:ext>
            </a:extLst>
          </p:cNvPr>
          <p:cNvSpPr/>
          <p:nvPr/>
        </p:nvSpPr>
        <p:spPr>
          <a:xfrm>
            <a:off x="5257390" y="4193964"/>
            <a:ext cx="978408" cy="403859"/>
          </a:xfrm>
          <a:prstGeom prst="rightArrow">
            <a:avLst>
              <a:gd name="adj1" fmla="val 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2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3A74-ED79-F323-BFC1-27EE9928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0007-8531-5D19-C514-49CF5148E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Comic Sans MS" panose="030F0702030302020204" pitchFamily="66" charset="0"/>
              </a:rPr>
              <a:t>Disaster situations require efficient relief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System uses *Graph Data Structure*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Locations → Nodes, Routes → Edges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Edge weights represent relief quantity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Implements *CRUD operations* using adjacency matrix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Menu-driven system for easy management</a:t>
            </a:r>
          </a:p>
        </p:txBody>
      </p:sp>
    </p:spTree>
    <p:extLst>
      <p:ext uri="{BB962C8B-B14F-4D97-AF65-F5344CB8AC3E}">
        <p14:creationId xmlns:p14="http://schemas.microsoft.com/office/powerpoint/2010/main" val="362115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E987-3BFF-3F3A-55F6-0865530B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F18A9-C8AF-242A-9BA6-EBC64336D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No centralized system for tracking relief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Difficulty in updating routes dynamically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Inefficient allocation of resources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Solution:</a:t>
            </a:r>
          </a:p>
          <a:p>
            <a:pPr lvl="1"/>
            <a:r>
              <a:rPr lang="en-US" dirty="0"/>
              <a:t>  </a:t>
            </a:r>
            <a:r>
              <a:rPr lang="en-US" dirty="0">
                <a:latin typeface="Comic Sans MS" panose="030F0702030302020204" pitchFamily="66" charset="0"/>
              </a:rPr>
              <a:t>Graph-based relief network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 Dynamic route updates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 Efficient monitoring system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06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9DAC-AFBC-A9A1-E7D3-D95CB9DE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74F6A-7929-53E1-2732-548FFFE10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Design graph model for relief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Implement CRUD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Provide user-friendly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Apply data structures to real-world problems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303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ACFCA-A9F6-5226-49F6-75A7AC55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D1D0C-65F4-E72E-786B-06F4FAEA5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Graph Representation: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Nodes → Locations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Edges → Routes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Weights → Relief quantity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latin typeface="Arial Rounded MT Bold" panose="020F0704030504030204" pitchFamily="34" charset="0"/>
              </a:rPr>
              <a:t>Technique Used: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   </a:t>
            </a:r>
            <a:r>
              <a:rPr lang="en-IN" dirty="0">
                <a:latin typeface="Comic Sans MS" panose="030F0702030302020204" pitchFamily="66" charset="0"/>
              </a:rPr>
              <a:t>Adjacency Matrix</a:t>
            </a:r>
          </a:p>
        </p:txBody>
      </p:sp>
    </p:spTree>
    <p:extLst>
      <p:ext uri="{BB962C8B-B14F-4D97-AF65-F5344CB8AC3E}">
        <p14:creationId xmlns:p14="http://schemas.microsoft.com/office/powerpoint/2010/main" val="393928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D3997-FFD4-29D2-895D-3CCB4F90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Function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C4A7-3B98-FA15-5496-F3F79EE2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latin typeface="Comic Sans MS" panose="030F0702030302020204" pitchFamily="66" charset="0"/>
              </a:rPr>
              <a:t>Add Route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 Delete Route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 Update Route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 Search Route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omic Sans MS" panose="030F0702030302020204" pitchFamily="66" charset="0"/>
              </a:rPr>
              <a:t> Display Graph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86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3250-6B0A-600F-60CB-C34A9308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D71D-F01D-1B1E-72E5-7DA931270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>
                <a:latin typeface="Comic Sans MS" panose="030F0702030302020204" pitchFamily="66" charset="0"/>
              </a:rPr>
              <a:t>Create graph using dynamic memory (malloc)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Initialize adjacency matrix to zero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Update matrix based on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Comic Sans MS" panose="030F0702030302020204" pitchFamily="66" charset="0"/>
              </a:rPr>
              <a:t> Undirected graph (symmetric updates)</a:t>
            </a:r>
          </a:p>
        </p:txBody>
      </p:sp>
    </p:spTree>
    <p:extLst>
      <p:ext uri="{BB962C8B-B14F-4D97-AF65-F5344CB8AC3E}">
        <p14:creationId xmlns:p14="http://schemas.microsoft.com/office/powerpoint/2010/main" val="49474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09D8-3209-F933-871C-27E1C502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140CB-2265-4772-B09F-E9771494A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Arial Rounded MT Bold" panose="020F0704030504030204" pitchFamily="34" charset="0"/>
              </a:rPr>
              <a:t>Step 1:</a:t>
            </a:r>
            <a:r>
              <a:rPr lang="en-IN" dirty="0"/>
              <a:t> </a:t>
            </a:r>
            <a:r>
              <a:rPr lang="en-IN" dirty="0">
                <a:latin typeface="Comic Sans MS" panose="030F0702030302020204" pitchFamily="66" charset="0"/>
              </a:rPr>
              <a:t>Initialize graph (n × n matrix)</a:t>
            </a:r>
          </a:p>
          <a:p>
            <a:pPr marL="0" indent="0">
              <a:buNone/>
            </a:pPr>
            <a:r>
              <a:rPr lang="en-IN" b="1" dirty="0">
                <a:latin typeface="Arial Rounded MT Bold" panose="020F0704030504030204" pitchFamily="34" charset="0"/>
              </a:rPr>
              <a:t>Step 2:</a:t>
            </a:r>
            <a:r>
              <a:rPr lang="en-IN" dirty="0"/>
              <a:t> </a:t>
            </a:r>
            <a:r>
              <a:rPr lang="en-IN" dirty="0">
                <a:latin typeface="Comic Sans MS" panose="030F0702030302020204" pitchFamily="66" charset="0"/>
              </a:rPr>
              <a:t>Perform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100" dirty="0">
                <a:latin typeface="Comic Sans MS" panose="030F0702030302020204" pitchFamily="66" charset="0"/>
              </a:rPr>
              <a:t>Insert edge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Delete edge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Update edge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Search edge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Display graph</a:t>
            </a:r>
          </a:p>
          <a:p>
            <a:pPr marL="0" indent="0">
              <a:buNone/>
            </a:pPr>
            <a:r>
              <a:rPr lang="en-IN" b="1" dirty="0">
                <a:latin typeface="Arial Rounded MT Bold" panose="020F0704030504030204" pitchFamily="34" charset="0"/>
              </a:rPr>
              <a:t>Step 3:</a:t>
            </a:r>
            <a:r>
              <a:rPr lang="en-IN" dirty="0"/>
              <a:t> </a:t>
            </a:r>
            <a:r>
              <a:rPr lang="en-IN" dirty="0">
                <a:latin typeface="Comic Sans MS" panose="030F0702030302020204" pitchFamily="66" charset="0"/>
              </a:rPr>
              <a:t>Exit program</a:t>
            </a:r>
          </a:p>
        </p:txBody>
      </p:sp>
    </p:spTree>
    <p:extLst>
      <p:ext uri="{BB962C8B-B14F-4D97-AF65-F5344CB8AC3E}">
        <p14:creationId xmlns:p14="http://schemas.microsoft.com/office/powerpoint/2010/main" val="274089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3073-FABC-5D06-682F-74A64D361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D7B2-8CFF-161B-054B-BB47B55DE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Language: C</a:t>
            </a:r>
          </a:p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Concepts Used: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Structures (struct)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Dynamic memory allocation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Menu-driven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Graph (Adjacency Matrix)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925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3E73-71A0-3498-686F-ECB297821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3DD4-FB2C-533F-FA5C-D0F4789D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Enter number of locations: 3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1.  Add Route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2. Delete Route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3. Display Graph</a:t>
            </a:r>
          </a:p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Adjacency Matrix: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>
                <a:latin typeface="Comic Sans MS" panose="030F0702030302020204" pitchFamily="66" charset="0"/>
              </a:rPr>
              <a:t>0 50 0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  50 0 0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        0 0 0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48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DA27-4971-F009-4FBE-1B763CE4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Advantages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B0790-4AC6-5C42-CD16-38ACBC8FD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Advantages: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Comic Sans MS" panose="030F0702030302020204" pitchFamily="66" charset="0"/>
              </a:rPr>
              <a:t>Simple implementation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Easy updates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Good for small networks</a:t>
            </a:r>
          </a:p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Limitations: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Comic Sans MS" panose="030F0702030302020204" pitchFamily="66" charset="0"/>
              </a:rPr>
              <a:t>High memory usage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Not efficient for sparse graphs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Limited scalability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913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FD88-44E8-45AF-18BE-D7D2F30C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latin typeface="Eras Bold ITC" panose="020B0907030504020204" pitchFamily="34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24280-ECD1-84AA-5B4B-1202AE44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Comic Sans MS" panose="030F0702030302020204" pitchFamily="66" charset="0"/>
              </a:rPr>
              <a:t>Efficient system for relief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Demonstrates real-world use of graphs</a:t>
            </a:r>
          </a:p>
          <a:p>
            <a:pPr marL="0" indent="0">
              <a:buNone/>
            </a:pPr>
            <a:r>
              <a:rPr lang="en-US" b="1" dirty="0">
                <a:latin typeface="Arial Rounded MT Bold" panose="020F0704030504030204" pitchFamily="34" charset="0"/>
              </a:rPr>
              <a:t>Future Enhancements: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Comic Sans MS" panose="030F0702030302020204" pitchFamily="66" charset="0"/>
              </a:rPr>
              <a:t>Use adjacency list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Implement Dijkstra’s algorithm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Add GUI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Comic Sans MS" panose="030F0702030302020204" pitchFamily="66" charset="0"/>
              </a:rPr>
              <a:t> Real-time visualization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1996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122</TotalTime>
  <Words>334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Arial Narrow</vt:lpstr>
      <vt:lpstr>Arial Rounded MT Bold</vt:lpstr>
      <vt:lpstr>Book Antiqua</vt:lpstr>
      <vt:lpstr>Bookman Old Style</vt:lpstr>
      <vt:lpstr>Broadway</vt:lpstr>
      <vt:lpstr>Comic Sans MS</vt:lpstr>
      <vt:lpstr>Corbel</vt:lpstr>
      <vt:lpstr>Eras Bold ITC</vt:lpstr>
      <vt:lpstr>Wingdings</vt:lpstr>
      <vt:lpstr>Parallax</vt:lpstr>
      <vt:lpstr>Disaster Management System</vt:lpstr>
      <vt:lpstr>Abstract</vt:lpstr>
      <vt:lpstr>Problem Statement</vt:lpstr>
      <vt:lpstr>Objectives</vt:lpstr>
      <vt:lpstr>System Design</vt:lpstr>
      <vt:lpstr>Function Modules</vt:lpstr>
      <vt:lpstr>Methodology</vt:lpstr>
      <vt:lpstr>Algorithms</vt:lpstr>
      <vt:lpstr>Implementation</vt:lpstr>
      <vt:lpstr>Sample Output</vt:lpstr>
      <vt:lpstr>Advantages &amp; Limitations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shanmukhalakshmikesamsetty194@outlook.com</dc:creator>
  <cp:lastModifiedBy>shanmukhalakshmikesamsetty194@outlook.com</cp:lastModifiedBy>
  <cp:revision>1</cp:revision>
  <dcterms:created xsi:type="dcterms:W3CDTF">2026-04-06T10:04:39Z</dcterms:created>
  <dcterms:modified xsi:type="dcterms:W3CDTF">2026-04-06T12:06:54Z</dcterms:modified>
</cp:coreProperties>
</file>